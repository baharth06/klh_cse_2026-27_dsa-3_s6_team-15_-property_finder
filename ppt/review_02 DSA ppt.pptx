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akattu bharath kumar" userId="ece3782a43660119" providerId="LiveId" clId="{D74AE945-FBE9-488D-9799-A241CF62B0E8}"/>
    <pc:docChg chg="modSld">
      <pc:chgData name="Vadakattu bharath kumar" userId="ece3782a43660119" providerId="LiveId" clId="{D74AE945-FBE9-488D-9799-A241CF62B0E8}" dt="2026-08-27T09:21:44.569" v="149" actId="20577"/>
      <pc:docMkLst>
        <pc:docMk/>
      </pc:docMkLst>
      <pc:sldChg chg="modSp mod">
        <pc:chgData name="Vadakattu bharath kumar" userId="ece3782a43660119" providerId="LiveId" clId="{D74AE945-FBE9-488D-9799-A241CF62B0E8}" dt="2026-08-27T09:21:44.569" v="149" actId="20577"/>
        <pc:sldMkLst>
          <pc:docMk/>
          <pc:sldMk cId="0" sldId="256"/>
        </pc:sldMkLst>
        <pc:spChg chg="mod">
          <ac:chgData name="Vadakattu bharath kumar" userId="ece3782a43660119" providerId="LiveId" clId="{D74AE945-FBE9-488D-9799-A241CF62B0E8}" dt="2026-08-27T09:20:42.397" v="11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dakattu bharath kumar" userId="ece3782a43660119" providerId="LiveId" clId="{D74AE945-FBE9-488D-9799-A241CF62B0E8}" dt="2026-08-27T09:21:44.569" v="149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PROPERTY  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Yashwanth  - 2520030259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Bharath  - 2520030169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Praneeth    -2520030186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DR.V.Sireesha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9DA10-1BE7-55A2-E92C-68D53E07F262}"/>
              </a:ext>
            </a:extLst>
          </p:cNvPr>
          <p:cNvSpPr txBox="1"/>
          <p:nvPr/>
        </p:nvSpPr>
        <p:spPr>
          <a:xfrm>
            <a:off x="885749" y="1039059"/>
            <a:ext cx="1042049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Property Finder System</a:t>
            </a:r>
            <a:r>
              <a:rPr lang="en-IN" sz="3200" dirty="0"/>
              <a:t> is a Java-based application designed to help users search and filter real-estate properties efficiently. It allows users to search based on location, budget, property type, bedrooms, and amenities.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The system applies </a:t>
            </a:r>
            <a:r>
              <a:rPr lang="en-IN" sz="3200" b="1" dirty="0"/>
              <a:t>Data Structures and Algorithms</a:t>
            </a:r>
            <a:r>
              <a:rPr lang="en-IN" sz="3200" dirty="0"/>
              <a:t> such as KMP string matching, graphs, hashing, sorting, and dynamic programming to improve searching, filtering, ranking, and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50CBD-E46C-20D8-9A4B-85D5C665EB47}"/>
              </a:ext>
            </a:extLst>
          </p:cNvPr>
          <p:cNvSpPr txBox="1"/>
          <p:nvPr/>
        </p:nvSpPr>
        <p:spPr>
          <a:xfrm>
            <a:off x="1965157" y="1525142"/>
            <a:ext cx="879909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Finding a suitable property from thousands of available listings can be difficult and time-consuming. The proposed Property Finder System provides an efficient way to search and compare properties according to user requirements.</a:t>
            </a:r>
          </a:p>
          <a:p>
            <a:endParaRPr lang="en-IN" sz="3200" dirty="0"/>
          </a:p>
          <a:p>
            <a:r>
              <a:rPr lang="en-IN" sz="3200" dirty="0"/>
              <a:t>The project focuses on applying </a:t>
            </a:r>
            <a:r>
              <a:rPr lang="en-IN" sz="3200" b="1" dirty="0"/>
              <a:t>Advanced DSA concepts in Java</a:t>
            </a:r>
            <a:r>
              <a:rPr lang="en-IN" sz="3200" dirty="0"/>
              <a:t> to solve a real-world property-search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F2F9F-BFAC-FE83-960D-600A9ED8B3D1}"/>
              </a:ext>
            </a:extLst>
          </p:cNvPr>
          <p:cNvSpPr txBox="1"/>
          <p:nvPr/>
        </p:nvSpPr>
        <p:spPr>
          <a:xfrm>
            <a:off x="2109536" y="1460974"/>
            <a:ext cx="86146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Existing real-estate platforms provide property search and filtering features, but searching through a large number of listings can still be challenging.</a:t>
            </a:r>
          </a:p>
          <a:p>
            <a:endParaRPr lang="en-IN" sz="3200" dirty="0"/>
          </a:p>
          <a:p>
            <a:r>
              <a:rPr lang="en-IN" sz="3200" dirty="0"/>
              <a:t>Our proposed system focuses on improving the search process using </a:t>
            </a:r>
            <a:r>
              <a:rPr lang="en-IN" sz="3200" b="1" dirty="0"/>
              <a:t>KMP/Z string matching, HashMap, sorting, graph algorithms, and recommendation techniques</a:t>
            </a:r>
            <a:r>
              <a:rPr lang="en-IN" sz="32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8835B-4F25-F000-DD65-EC68369B443D}"/>
              </a:ext>
            </a:extLst>
          </p:cNvPr>
          <p:cNvSpPr txBox="1"/>
          <p:nvPr/>
        </p:nvSpPr>
        <p:spPr>
          <a:xfrm>
            <a:off x="2855495" y="1471136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Problem Statement: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number of property listings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Difficult to find suitable properties quickly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Traditional searching can become inefficient with large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Limited optimized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E111C-4AC2-9D78-1EE4-DA5B3C67425A}"/>
              </a:ext>
            </a:extLst>
          </p:cNvPr>
          <p:cNvSpPr txBox="1"/>
          <p:nvPr/>
        </p:nvSpPr>
        <p:spPr>
          <a:xfrm>
            <a:off x="2791325" y="3909537"/>
            <a:ext cx="73472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Objectives: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fast property searching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Apply multiple filters efficiently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Rank and recommend suitable properties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Find nearby facilities using graphs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Efficiently manage property data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5DC13-33B0-28CC-0223-8DBB545D8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92" y="1585252"/>
            <a:ext cx="6343038" cy="44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7B7F2-430D-5577-6710-39BED68DBC7E}"/>
              </a:ext>
            </a:extLst>
          </p:cNvPr>
          <p:cNvSpPr txBox="1"/>
          <p:nvPr/>
        </p:nvSpPr>
        <p:spPr>
          <a:xfrm>
            <a:off x="1628272" y="1006966"/>
            <a:ext cx="94327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Hardware: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Minimum 4 GB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Minimum 10 GB free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Internet connection for database/setup if required </a:t>
            </a:r>
          </a:p>
          <a:p>
            <a:pPr lvl="0"/>
            <a:endParaRPr lang="en-IN" sz="3200" dirty="0"/>
          </a:p>
          <a:p>
            <a:pPr>
              <a:buNone/>
            </a:pPr>
            <a:r>
              <a:rPr lang="en-IN" sz="3200" b="1" dirty="0"/>
              <a:t>Software: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Java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File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Git &amp; GitHub </a:t>
            </a:r>
            <a:r>
              <a:rPr lang="en-IN" sz="3200" i="1" dirty="0"/>
              <a:t>(optional)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2ED31-67F0-E807-8624-A4C62DE7F051}"/>
              </a:ext>
            </a:extLst>
          </p:cNvPr>
          <p:cNvSpPr txBox="1"/>
          <p:nvPr/>
        </p:nvSpPr>
        <p:spPr>
          <a:xfrm>
            <a:off x="2478505" y="1759893"/>
            <a:ext cx="8686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Property Finder System</a:t>
            </a:r>
            <a:r>
              <a:rPr lang="en-IN" sz="3200" dirty="0"/>
              <a:t> demonstrates how Advanced Data Structures and Algorithms can be applied to a real-world real-estate problem. The combination of Java, MySQL, and DSA techniques provides an efficient approach to property searching, filtering, ranking, and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CDB69-5B99-A127-1982-6A19052C0259}"/>
              </a:ext>
            </a:extLst>
          </p:cNvPr>
          <p:cNvSpPr txBox="1"/>
          <p:nvPr/>
        </p:nvSpPr>
        <p:spPr>
          <a:xfrm>
            <a:off x="1796715" y="1390381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</a:t>
            </a:r>
            <a:r>
              <a:rPr lang="en-IN" sz="3200" b="1" dirty="0"/>
              <a:t>AI-based property recommendations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</a:t>
            </a:r>
            <a:r>
              <a:rPr lang="en-IN" sz="3200" b="1" dirty="0"/>
              <a:t>map and location integration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</a:t>
            </a:r>
            <a:r>
              <a:rPr lang="en-IN" sz="3200" b="1" dirty="0"/>
              <a:t>property price prediction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</a:t>
            </a:r>
            <a:r>
              <a:rPr lang="en-IN" sz="3200" b="1" dirty="0"/>
              <a:t>advanced text search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</a:t>
            </a:r>
            <a:r>
              <a:rPr lang="en-IN" sz="3200" b="1" dirty="0"/>
              <a:t>property risk/document verification indicators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Include Hyderabad-specific location and property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Develop a </a:t>
            </a:r>
            <a:r>
              <a:rPr lang="en-IN" sz="3200" b="1" dirty="0"/>
              <a:t>mobile application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Add real-time property availability and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418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PROPERTY   FINDER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Vadakattu bharath kumar</cp:lastModifiedBy>
  <cp:revision>20</cp:revision>
  <dcterms:created xsi:type="dcterms:W3CDTF">2024-08-29T05:25:00Z</dcterms:created>
  <dcterms:modified xsi:type="dcterms:W3CDTF">2026-08-27T09:21:55Z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